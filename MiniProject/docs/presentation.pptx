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6868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HealthTrack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Hospital Readmission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2651760"/>
            <a:ext cx="2743200" cy="36576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8803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– Data Science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AIML  |  Academic Year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Maharajan E  •   Ramitha 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readmission prediction matter?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F0F7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HealthTrack: Hospital Readmission Prediction  |  Mini Project – Data Science  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0" y="49103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2377440" cy="1463040"/>
          </a:xfrm>
          <a:prstGeom prst="rect">
            <a:avLst/>
          </a:prstGeom>
          <a:solidFill>
            <a:srgbClr val="E8F0F7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258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65760" y="1920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patients readmitted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30 days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26080" y="1188720"/>
            <a:ext cx="2377440" cy="1463040"/>
          </a:xfrm>
          <a:prstGeom prst="rect">
            <a:avLst/>
          </a:prstGeom>
          <a:solidFill>
            <a:srgbClr val="E8F0F7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13258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$26B+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926080" y="1920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cost of preventable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readmissions (US)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0" y="1188720"/>
            <a:ext cx="2926080" cy="1463040"/>
          </a:xfrm>
          <a:prstGeom prst="rect">
            <a:avLst/>
          </a:prstGeom>
          <a:solidFill>
            <a:srgbClr val="E8F0F7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13258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0" y="18288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Better outcomes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Reduced costs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Improved care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841248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90779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200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patient clinical data at discharge, predict whether they will be readmitted within 30 days — and classify their risk as Low, Medium, or High.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synthetic patient records · 10 features · 1 target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F0F7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HealthTrack: Hospital Readmission Prediction  |  Mini Project – Data Science  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0" y="49103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8412480" cy="3218688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Example Values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age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Numerical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18 – 89 years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gender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Categorical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Male / Female / Other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num_prior_visits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Numerical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0 – 9 visits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length_of_stay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Numerical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1 – 20 days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diagnosis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Categorical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Heart Failure, COPD, Diabetes…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discharge_type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Categorical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Home, AMA, SNF…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insurance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Categorical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Medicare, Medicaid, Private…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num_medications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Numerical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1 – 19 medications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num_comorbidities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Numerical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</a:rPr>
                        <a:t>0 – 4 conditions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7FA5"/>
                          </a:solidFill>
                        </a:rPr>
                        <a:t>readmitted_30days ★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7FA5"/>
                          </a:solidFill>
                        </a:rPr>
                        <a:t>Binary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A7FA5"/>
                          </a:solidFill>
                        </a:rPr>
                        <a:t>0 = No  |  1 = Yes (Target)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Workflow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pipeline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F0F7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HealthTrack: Hospital Readmission Prediction  |  Mini Project – Data Science  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0" y="49103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502920" cy="502920"/>
          </a:xfrm>
          <a:prstGeom prst="ellipse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3075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Generation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5727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synthetic patient records via NumPy probability distributions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" y="1847088"/>
            <a:ext cx="0" cy="365760"/>
          </a:xfrm>
          <a:prstGeom prst="line">
            <a:avLst/>
          </a:prstGeom>
          <a:noFill/>
          <a:ln w="19050">
            <a:solidFill>
              <a:srgbClr val="4A7FA5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65760" y="2514600"/>
            <a:ext cx="502920" cy="502920"/>
          </a:xfrm>
          <a:prstGeom prst="ellipse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4963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7614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Distributions, correlations, class balance, readmission rates by group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" y="3035808"/>
            <a:ext cx="0" cy="365760"/>
          </a:xfrm>
          <a:prstGeom prst="line">
            <a:avLst/>
          </a:prstGeom>
          <a:noFill/>
          <a:ln w="19050">
            <a:solidFill>
              <a:srgbClr val="4A7FA5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365760" y="3703320"/>
            <a:ext cx="502920" cy="502920"/>
          </a:xfrm>
          <a:prstGeom prst="ellipse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36850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" y="39502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 of 4 categorical features; 80/20 stratified train-test split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1325880"/>
            <a:ext cx="502920" cy="502920"/>
          </a:xfrm>
          <a:prstGeom prst="ellipse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49240" y="13075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49240" y="15727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(150 trees, max_depth=8, class_weight=balanced)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01768" y="1847088"/>
            <a:ext cx="0" cy="365760"/>
          </a:xfrm>
          <a:prstGeom prst="line">
            <a:avLst/>
          </a:prstGeom>
          <a:noFill/>
          <a:ln w="19050">
            <a:solidFill>
              <a:srgbClr val="4A7FA5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4754880" y="2514600"/>
            <a:ext cx="502920" cy="502920"/>
          </a:xfrm>
          <a:prstGeom prst="ellipse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49240" y="24963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49240" y="27614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ROC-AUC, Confusion Matrix, 5-Fold Cross Validation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01768" y="3035808"/>
            <a:ext cx="0" cy="365760"/>
          </a:xfrm>
          <a:prstGeom prst="line">
            <a:avLst/>
          </a:prstGeom>
          <a:noFill/>
          <a:ln w="19050">
            <a:solidFill>
              <a:srgbClr val="4A7FA5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4754880" y="3703320"/>
            <a:ext cx="502920" cy="502920"/>
          </a:xfrm>
          <a:prstGeom prst="ellipse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49240" y="36850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49240" y="39502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app: prediction form + dataset insights + model report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Evaluation Results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– Test Set Performance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F0F7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HealthTrack: Hospital Readmission Prediction  |  Mini Project – Data Science  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0" y="49103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143000"/>
            <a:ext cx="1920240" cy="1097280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0700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5760" y="17556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1143000"/>
            <a:ext cx="192024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20700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0.899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68880" y="17556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Score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1143000"/>
            <a:ext cx="1920240" cy="1097280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20700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82.8%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572000" y="17556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Acc.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0" y="1143000"/>
            <a:ext cx="192024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120700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675120" y="17556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2423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 Importances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27889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Visits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920240" y="2843784"/>
            <a:ext cx="1122335" cy="201168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88295" y="28437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32.3%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65760" y="31729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920240" y="3227832"/>
            <a:ext cx="868680" cy="201168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34640" y="32278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25.0%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65760" y="35570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of Stay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920240" y="3611880"/>
            <a:ext cx="521208" cy="201168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87168" y="36118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15.0%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65760" y="39410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920240" y="3995928"/>
            <a:ext cx="330098" cy="201168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96058" y="39959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9.5%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65760" y="43251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Comorbidities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920240" y="4379976"/>
            <a:ext cx="284927" cy="201168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50887" y="437997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8.2%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2920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(Test Set)</a:t>
            </a:r>
            <a:endParaRPr lang="en-US" sz="11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2788920"/>
          <a:ext cx="3474720" cy="150876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Pred: No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Pred: Yes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Actual: No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C3E50"/>
                          </a:solidFill>
                        </a:rPr>
                        <a:t>161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B94A48"/>
                          </a:solidFill>
                        </a:rPr>
                        <a:t>33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Actual: Yes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B94A48"/>
                          </a:solidFill>
                        </a:rPr>
                        <a:t>39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C3E50"/>
                          </a:solidFill>
                        </a:rPr>
                        <a:t>167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– Streamlit UI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prediction interface with 3 tabs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F0F7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HealthTrack: Hospital Readmission Prediction  |  Mini Project – Data Science  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0" y="49103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143000"/>
            <a:ext cx="2606040" cy="3520440"/>
          </a:xfrm>
          <a:prstGeom prst="rect">
            <a:avLst/>
          </a:prstGeom>
          <a:solidFill>
            <a:srgbClr val="E8F0F7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143000"/>
            <a:ext cx="2606040" cy="502920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17043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Tab 1: Predict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7830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9-field patient input form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2585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Validates all required fields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73405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Shows risk: Low / Medium / High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320954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Displays probability + progress bar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36850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Input summary table on result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0" y="1143000"/>
            <a:ext cx="2606040" cy="3520440"/>
          </a:xfrm>
          <a:prstGeom prst="rect">
            <a:avLst/>
          </a:prstGeom>
          <a:solidFill>
            <a:srgbClr val="E8F0F7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1143000"/>
            <a:ext cx="2606040" cy="502920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117043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Tab 2: Dataset Insights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17830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Readmission distribution chart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37560" y="22585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 histogram by readmission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37560" y="273405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Diagnosis readmission rates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37560" y="320954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Prior visits boxplot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37560" y="36850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Raw dataset preview (50 rows)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35040" y="1143000"/>
            <a:ext cx="2606040" cy="3520440"/>
          </a:xfrm>
          <a:prstGeom prst="rect">
            <a:avLst/>
          </a:prstGeom>
          <a:solidFill>
            <a:srgbClr val="E8F0F7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1143000"/>
            <a:ext cx="2606040" cy="502920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117043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Tab 3: Model Report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72200" y="17830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Accuracy, AUC, CV metrics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72200" y="22585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 importance bar chart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72200" y="273405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Confusion matrix heatmap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72200" y="320954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config expandable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72200" y="36850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 predictions work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and data revealed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F0F7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HealthTrack: Hospital Readmission Prediction  |  Mini Project – Data Science 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0" y="49103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4114800" cy="1051560"/>
          </a:xfrm>
          <a:prstGeom prst="rect">
            <a:avLst/>
          </a:prstGeom>
          <a:solidFill>
            <a:srgbClr val="E8F0F7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Strongest Predictor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57276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prior hospital visits (32.3% importance) is the single most powerful feature for predicting readmission.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4114800" cy="1051560"/>
          </a:xfrm>
          <a:prstGeom prst="rect">
            <a:avLst/>
          </a:prstGeom>
          <a:solidFill>
            <a:srgbClr val="F0F8F0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👴  Age Factor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157276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aged 65+ have significantly higher readmission rates. Age accounts for 25% of model importance.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423160"/>
            <a:ext cx="4114800" cy="1051560"/>
          </a:xfrm>
          <a:prstGeom prst="rect">
            <a:avLst/>
          </a:prstGeom>
          <a:solidFill>
            <a:srgbClr val="E8F0F7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514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🫀  High-Risk Diagnoses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280720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Failure (77%), Sepsis (71%), and COPD (70%) show the highest diagnosis-specific readmission rates.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2423160"/>
            <a:ext cx="4114800" cy="1051560"/>
          </a:xfrm>
          <a:prstGeom prst="rect">
            <a:avLst/>
          </a:prstGeom>
          <a:solidFill>
            <a:srgbClr val="F0F8F0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514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Discharge Against Advice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280720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discharged 'Against Medical Advice' have an 83.3% readmission rate — the highest of all discharge types.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657600"/>
            <a:ext cx="4114800" cy="1051560"/>
          </a:xfrm>
          <a:prstGeom prst="rect">
            <a:avLst/>
          </a:prstGeom>
          <a:solidFill>
            <a:srgbClr val="E8F0F7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749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 Polypharmacy Risk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404164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number of medications at discharge positively correlates with readmission probability.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3657600"/>
            <a:ext cx="4114800" cy="1051560"/>
          </a:xfrm>
          <a:prstGeom prst="rect">
            <a:avLst/>
          </a:prstGeom>
          <a:solidFill>
            <a:srgbClr val="F0F8F0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749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Comorbidity Load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404164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additional comorbid condition incrementally increases readmission risk, confirming clinical intuition.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and next steps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F0F7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HealthTrack: Hospital Readmission Prediction  |  Mini Project – Data Science  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0" y="49103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143000"/>
            <a:ext cx="4023360" cy="3520440"/>
          </a:xfrm>
          <a:prstGeom prst="rect">
            <a:avLst/>
          </a:prstGeom>
          <a:solidFill>
            <a:srgbClr val="E8F0F7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143000"/>
            <a:ext cx="402336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179576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1691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82% test accuracy and 0.899 ROC-AUC achieved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22219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Random Forest effectively handles mixed data types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275234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Prior visits and age are dominant predictors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328269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Streamlit app provides a usable clinical interface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38130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Synthetic data pipeline is fully reproducible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1143000"/>
            <a:ext cx="4023360" cy="3520440"/>
          </a:xfrm>
          <a:prstGeom prst="rect">
            <a:avLst/>
          </a:prstGeom>
          <a:solidFill>
            <a:srgbClr val="F0F8F0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143000"/>
            <a:ext cx="402336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179576"/>
            <a:ext cx="3657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1691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Train on real EHR / hospital datasets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37760" y="22219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Add SHAP explainability for each prediction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37760" y="275234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Explore XGBoost and Neural Network models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37760" y="328269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Add patient time-series visit history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37760" y="38130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Deploy on cloud (Streamlit Community Cloud)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200400" y="2377440"/>
            <a:ext cx="2743200" cy="36576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6060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HealthTrack: Hospital Readmission Prediction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Maharajan E  •  Ramitha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– Data Science  |  Dept. of AIML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800</Words>
  <Application>Microsoft Office PowerPoint</Application>
  <PresentationFormat>On-screen Show (16:9)</PresentationFormat>
  <Paragraphs>179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HealthTrack: Predicting Hospital Readmission</dc:title>
  <dc:subject>PptxGenJS Presentation</dc:subject>
  <dc:creator>PptxGenJS</dc:creator>
  <cp:lastModifiedBy>MAHARAJAN ESAKKIAPPAN</cp:lastModifiedBy>
  <cp:revision>3</cp:revision>
  <dcterms:created xsi:type="dcterms:W3CDTF">2026-04-22T05:01:11Z</dcterms:created>
  <dcterms:modified xsi:type="dcterms:W3CDTF">2026-04-22T05:52:21Z</dcterms:modified>
</cp:coreProperties>
</file>